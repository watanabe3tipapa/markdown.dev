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1636" y="1234083"/>
            <a:ext cx="6360672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350" b="1" spc="1" kern="0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markdown.dev 大改訂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796555" y="2452092"/>
            <a:ext cx="355089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2026年の実務に対応する</a:t>
            </a:r>
            <a:r>
              <a:rPr lang="en-US" sz="19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
</a:t>
            </a:r>
            <a:r>
              <a:rPr lang="en-US" sz="19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Markdownドキュメント基盤へ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657712" y="3680817"/>
            <a:ext cx="1828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spc="1" kern="0" dirty="0">
                <a:solidFill>
                  <a:srgbClr val="10B98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Manus AI | 2026年8月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目的は「試験環境」から「実務ガイド」への転換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896052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781752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旧構成はGitBookやJekyllの確認用ファイルとサンプル投稿が中心で、実用的なドキュメントとしては機能していませんでした。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57250" y="2970405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2856105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本文が最小限にとどまっており、現行のMarkdown運用を体系的に学べる状態ではありませんでした。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57250" y="4044758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3930458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2026年の基準に合わせ、執筆・レビュー・公開を一続きのワークフローとして再設計しました。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2026年の基準を明確化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471613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357313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基本方針としてCommonMarkを土台に据え、GitHubではGFM（GitHub Flavored Markdown）を日常記法として採用します。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57250" y="2345941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2231641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GitHub、VS Code、静的サイト、CIなど、環境ごとに異なる拡張機能と制約を明示しました。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57250" y="3220269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3105969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AIが生成した文書であっても、通常の変更と同じ厳格な検証・レビュー基準で扱うことを推奨します。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57250" y="4123172"/>
            <a:ext cx="7429500" cy="714375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57250" y="4123172"/>
            <a:ext cx="57150" cy="7143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1085850" y="4430353"/>
            <a:ext cx="606264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「GFMはCommonMarkを基にしたGitHubのMarkdown方言です」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学習コンテンツを8ページへ再構成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57250" y="1428750"/>
            <a:ext cx="3714750" cy="492919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領域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0" y="1428750"/>
            <a:ext cx="3714750" cy="492919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新設した内容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7250" y="1921669"/>
            <a:ext cx="3714750" cy="807244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書く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0" y="1921669"/>
            <a:ext cx="3714750" cy="807244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基本構文、GFM、図表・数式・メディア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7250" y="2728913"/>
            <a:ext cx="3714750" cy="800100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運用する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0" y="2728913"/>
            <a:ext cx="3714750" cy="800100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VS Code、品質管理、公開と移行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7250" y="3529013"/>
            <a:ext cx="3714750" cy="800100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入口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0" y="3529013"/>
            <a:ext cx="3714750" cy="800100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方針・使い分け・クイックリファレンス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実務で迷う論点を先回りして解説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614488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500188"/>
            <a:ext cx="7429500" cy="365727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タスクリスト、Issue参照、アラート、相対リンクなどのGitHub運用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57250" y="2265964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2151664"/>
            <a:ext cx="7429500" cy="365727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Mermaid、KaTeX、表、画像の表示差とアクセシビリティ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57250" y="2917441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2803141"/>
            <a:ext cx="7429500" cy="365727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見出し階層、意味のあるリンク文言、コード例の再現性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57250" y="3568917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857250" y="3454617"/>
            <a:ext cx="7429500" cy="365727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記法の紹介ではなく、失敗しにくい判断基準を提示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Astro Starlightで公開基盤を刷新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896052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781752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Astro 7.2.4 と Starlight 0.41.7でMarkdown中心の静的サイトを構築しました。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57250" y="2970405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2877536"/>
            <a:ext cx="2154566" cy="328613"/>
          </a:xfrm>
          <a:prstGeom prst="rect">
            <a:avLst/>
          </a:prstGeom>
          <a:solidFill>
            <a:srgbClr val="3F3F46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877536"/>
            <a:ext cx="2154566" cy="32861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3F3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src/content/docs/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2909683"/>
            <a:ext cx="7008744" cy="62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のMarkdownからサイドバー・検索・サイトマップを自動生成します。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57250" y="4044758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984036"/>
            <a:ext cx="33726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GitHub Pagesのリポジトリパス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15631" y="3951889"/>
            <a:ext cx="1794532" cy="328613"/>
          </a:xfrm>
          <a:prstGeom prst="rect">
            <a:avLst/>
          </a:prstGeom>
          <a:solidFill>
            <a:srgbClr val="3F3F46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515631" y="3951889"/>
            <a:ext cx="1794532" cy="32861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3F3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/markdown.dev/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43000" y="3984036"/>
            <a:ext cx="6852307" cy="62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を設定に組み込み、リンク切れを防ぎます。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執筆品質を「仕組み」で守る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757363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643063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markdownlint</a:t>
            </a: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で見出し・リンク・画像代替テキスト・コードフェンスを検査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57250" y="2831716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2717416"/>
            <a:ext cx="7429500" cy="365727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Prettier</a:t>
            </a: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でMarkdownと設定ファイルの表記ゆれを抑制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57250" y="3540342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3426042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VS Code</a:t>
            </a: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でローカルリンク検証、移動時のリンク更新提案、画像保存先を標準化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公開をmaster更新に自動接続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757363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643063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GitHub Actionsがmasterへのプッシュを契機にビルド・GitHub Pages公開を自動実行します。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57250" y="2831716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2770994"/>
            <a:ext cx="129000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Astro公式の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433005" y="2738847"/>
            <a:ext cx="2034573" cy="328613"/>
          </a:xfrm>
          <a:prstGeom prst="rect">
            <a:avLst/>
          </a:prstGeom>
          <a:solidFill>
            <a:srgbClr val="3F3F46">
              <a:alpha val="1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433005" y="2738847"/>
            <a:ext cx="2034573" cy="32861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3F3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withastro/action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467578" y="2770994"/>
            <a:ext cx="3627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と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830347" y="2738847"/>
            <a:ext cx="2514600" cy="328613"/>
          </a:xfrm>
          <a:prstGeom prst="rect">
            <a:avLst/>
          </a:prstGeom>
          <a:solidFill>
            <a:srgbClr val="3F3F46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830347" y="2738847"/>
            <a:ext cx="2514600" cy="32861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3F3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actions/deploy-pages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43000" y="2770994"/>
            <a:ext cx="6958403" cy="62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を採用し、安定したデプロイを実現しました。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57250" y="3906069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857250" y="3791769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初回のみGitHub Pagesの公開元をGitHub Actionsへ設定すれば、以後は継続運用が可能です。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品質は静的検査とブラウザ検証で確認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57250" y="1357313"/>
            <a:ext cx="3714750" cy="45362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検証項目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1357313"/>
            <a:ext cx="3714750" cy="45362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結果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7250" y="1810941"/>
            <a:ext cx="3714750" cy="457200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Astroコンテンツ検査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0" y="1810941"/>
            <a:ext cx="3714750" cy="457200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エラー・警告なし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7250" y="2268141"/>
            <a:ext cx="3714750" cy="450056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Markdown Lint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0" y="2268141"/>
            <a:ext cx="3714750" cy="450056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11ファイルで問題なし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7250" y="2718197"/>
            <a:ext cx="3714750" cy="450056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Prettier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0" y="2718197"/>
            <a:ext cx="3714750" cy="450056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全対象が整形規約に適合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7250" y="3168253"/>
            <a:ext cx="3714750" cy="721519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ビルド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0" y="3168253"/>
            <a:ext cx="3714750" cy="721519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9ページ、サイトマップ、検索インデックスを生成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57250" y="3889772"/>
            <a:ext cx="3714750" cy="450056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依存関係監査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0" y="3889772"/>
            <a:ext cx="3714750" cy="450056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高重大度以上の脆弱性 0件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改訂の成果と次の一手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857250" y="1328738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214438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旧Jekyll／GitBookの試験構成を撤去し、保守可能なドキュメント基盤へ移行しました。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57250" y="2203066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2088766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公式仕様と現行ツールを引用した、日本語の実務ガイドを提供します。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57250" y="3077394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2963094"/>
            <a:ext cx="7429500" cy="7314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次の一手はGitHub PagesをGitHub Actions公開へ一度設定し、公開URLで最終確認することです。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57250" y="3908859"/>
            <a:ext cx="7429500" cy="714375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57250" y="3908859"/>
            <a:ext cx="57150" cy="7143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221398"/>
            <a:ext cx="468998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https://watanabe3tipapa.github.io/markdown.dev/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2026-08-22T11:28:47Z</dcterms:created>
  <dcterms:modified xsi:type="dcterms:W3CDTF">2026-08-22T11:28:47Z</dcterms:modified>
</cp:coreProperties>
</file>